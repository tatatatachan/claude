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371600" cy="54864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Yu Gothic"/>
              </a:rPr>
              <a:t>ホシザキ株式会社さま
採用ブランディング・インターン企画 提案アポ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FDDEE"/>
                </a:solidFill>
                <a:latin typeface="Yu Gothic"/>
              </a:rPr>
              <a:t>議事録サマリー｜2026/10/27 提案アポ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1. 提案の背景と採用課題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最大の課題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選考中盤・終盤と内定後の辞退を減らす。認知の「量」だけでなく「質」を高め、競合と比べられても選ばれる意思決定をつくる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816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激化する採用環境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76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6〜7年前は東海地区を対象外としていたP&amp;Gなども、いまは名大・名工大で積極採用。関東・関西・九州、Google等の海外・IT企業も名古屋で学生を取り合う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8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今回の狙い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選考移行率を上げる。社員が「何を起点に魅力を語るか」の軸（ホシザキらしい勝ち筋）を示し、採用を通じて社員の誇り・エンゲージメントを高める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2. 学生の現状：「就活の鎧」と心理的安全性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調査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直近10日間で名大・名工大の学生6名と対話（推察を含む）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816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見えてきたこと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76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就活の早期化で「鎧」を着る学生が増加。情報過多で「理想の就活生としてどう振る舞うべきか」に囚われ、本音に届きにくい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8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打ち手の方向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弱みや迷いを率直に話せる心理的安全性をつくる。お互いに良い顔だけでなく本音で話せる場にする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3. ホシザキの強み・魅力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発想の自由さ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自分の発想や製品が反映される度合いが突出。図面から完成品まで見届けられる。「食」から医療・流通へ広がる将来性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816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語りたくなる技術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76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冷却だけでなく「解凍技術」もプロ級。フロン非排出・省エネなど環境面も上位校学生に響く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8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学生ニーズとの接点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「部品だけでなく1台丸ごと作れる」「安定しているから挑戦できる」。5daysインターンやVisionzなど本物の仕事体験も評価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4. 最大の独自性「ホシザキイズム（DNA）」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個性的な理念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理念の筆頭に「夢を持とう」。「無駄を尊ぶ」など深く独自の考え方が根付いている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9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19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ブランディング上の最重要点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このイズムをインターンや採用コミュニケーションでいかに伝えるかが鍵。他社が真似できない差の積み上げが資産になる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5. 採用コンセプト「We are FIRST PENGUIN」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メッセージ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「夢を持っていますか？ 極限へ挑戦していますか？」1947年、ジュース自販機メーカーとして創業。いま世界100カ国以上で食料・農業・流通を支える。
「海を超えてぶっ飛べ。ホシザキ。星の先まで。」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9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19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学生に直接ぶつけるだけでなく、採用側・現場社員も持つべきスピリット／スローガン。夢を持ち挑戦してきた歴史＝DNAがホシザキらしさ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6. インターン設計：視座の引き上げ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視座を一段上げる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「冷蔵庫の技術を学ぶ」→「社員と一緒に技術の極限に挑む」。自分の研究が活かせるかもと感じる理系全般・難題好きの学生に間口が広がる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9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19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感情の変化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「安定しているから受けておく」という受動 → 「ワクワクする人生が歩めそう」という能動へ。現場社員が挑戦する背中（ファーストペンギンの姿）を見せる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7. 企画案A：品質を届ける技術（氷レース）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コンセプト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事業の根幹「品質を届ける技術」を分かりやすく面白く伝えるパッケージ型。毎年複数回開催しやすい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816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ワーク構造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76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役割カード（設計マン・保証マン・届けマン等）をランダムに引き、異なる役割3人で1チーム。氷を品質維持したままゴールへ届ける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8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評価軸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速さだけでなく冷たさ（品質）、コスト（コインで資材購入）、インフラ整備。ハプニングカードも可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8. 企画案B：チーム・ファーストペンギン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コンセプト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現場社員が「誰よりも挑戦するチーム」として背中を見せ、難題・社会課題に学生と挑む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816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運用フロー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76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社員の研究・開発テーマを視座の高い「お題」に再構築→1dayで議論→筋の良い案は実験→記事・動画（プロジェクトX風）で選考中の学生へ届け辞退防止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8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お題案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南極の氷を増やせ／凍結から目覚めたキュウリを取り戻せ／-273℃の冷蔵庫を作れ／極限の解凍・凍結対決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9. フィードバック：A案・B案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A案（ホシザキ野村氏）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運用しやすく担当者が変わっても継続できるパッケージ感。短時間の室内では溶け具合に差が出にくく、評価設計が重要（カード形式か実物か）。各職種の社員が相談デスクで関わると理系への訴求力が上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280160"/>
            <a:ext cx="5394959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9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19" y="1371600"/>
            <a:ext cx="50291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B案（ホシザキ野村氏）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19" y="1874519"/>
            <a:ext cx="502919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実際は泥臭く地味な検証の積み重ね。カッコよく見せすぎると入社後ギャップの懸念。解凍・冷凍で食材の味を守る対決は好評（職人技vs解凍庫、YouTuberコラボとも合う）。2〜3days化や記事・動画フォローも有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Yu Gothic"/>
              </a:rPr>
              <a:t>10. 予算・スケジュール・今後の進め方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予算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提案金額250万円の範囲。骨組みだけでなく、ヒアリング、リハーサル、現場社員の運用サポート、翌年以降使える資産化まで含む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816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676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スケジュール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76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11月〜年内：予算・意思決定
11〜12月：始動、約2か月でプログラム・シナリオ・ビジュアル制作
4月末：完成
5月末〜6月初：夏インターン告知開始（プレエントリー）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680" y="1280160"/>
            <a:ext cx="3505200" cy="493776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680" y="1280160"/>
            <a:ext cx="73152" cy="4937760"/>
          </a:xfrm>
          <a:prstGeom prst="rect">
            <a:avLst/>
          </a:prstGeom>
          <a:solidFill>
            <a:srgbClr val="1F8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80" y="137160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2B4A"/>
                </a:solidFill>
                <a:latin typeface="Yu Gothic"/>
              </a:rPr>
              <a:t>次のアクション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280" y="1874519"/>
            <a:ext cx="313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444444"/>
                </a:solidFill>
                <a:latin typeface="Yu Gothic"/>
              </a:rPr>
              <a:t>本日のFB（現場とギャップが生じない見せ方等）を持ち帰り、企画を揉み直して提案書を再作成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4444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