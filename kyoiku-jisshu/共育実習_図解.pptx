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採用コンセプト FUN LIFE! FUN LOCAL! をもとにした、ブランドストーリーの叩き台。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DA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表紙イラスト（公式LINEバナーより）" descr="cover_ill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060"/>
            <a:ext cx="12192000" cy="4303059"/>
          </a:xfrm>
          <a:prstGeom prst="rect">
            <a:avLst/>
          </a:prstGeom>
        </p:spPr>
      </p:pic>
      <p:sp>
        <p:nvSpPr>
          <p:cNvPr id="4" name="小見出し"/>
          <p:cNvSpPr txBox="1"/>
          <p:nvPr/>
        </p:nvSpPr>
        <p:spPr>
          <a:xfrm>
            <a:off x="704740" y="493318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600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676550" y="789309"/>
            <a:ext cx="7047399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934"/>
              </a:lnSpc>
              <a:spcBef>
                <a:spcPts val="0"/>
              </a:spcBef>
              <a:spcAft>
                <a:spcPts val="0"/>
              </a:spcAft>
            </a:pPr>
            <a:r>
              <a:rPr sz="776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6" name="キャッチ"/>
          <p:cNvSpPr txBox="1"/>
          <p:nvPr/>
        </p:nvSpPr>
        <p:spPr>
          <a:xfrm>
            <a:off x="704740" y="2114220"/>
            <a:ext cx="7047399" cy="352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30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学ぶ人も、迎える人も、地域も。みんなが共に育つ、ケアの現場の実習。</a:t>
            </a:r>
          </a:p>
        </p:txBody>
      </p:sp>
      <p:sp>
        <p:nvSpPr>
          <p:cNvPr id="7" name="宛名帯"/>
          <p:cNvSpPr/>
          <p:nvPr/>
        </p:nvSpPr>
        <p:spPr>
          <a:xfrm>
            <a:off x="8809249" y="535602"/>
            <a:ext cx="2678012" cy="324180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宛名"/>
          <p:cNvSpPr txBox="1"/>
          <p:nvPr/>
        </p:nvSpPr>
        <p:spPr>
          <a:xfrm>
            <a:off x="8809249" y="535602"/>
            <a:ext cx="2678012" cy="324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ブランドストーリー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介護のイメージを、一緒にひっくり返したい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5299644"/>
            <a:ext cx="4143871" cy="704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cxnSp>
        <p:nvCxnSpPr>
          <p:cNvPr id="12" name="縦線"/>
          <p:cNvCxnSpPr/>
          <p:nvPr/>
        </p:nvCxnSpPr>
        <p:spPr>
          <a:xfrm>
            <a:off x="6377896" y="1818229"/>
            <a:ext cx="0" cy="3100855"/>
          </a:xfrm>
          <a:prstGeom prst="line">
            <a:avLst/>
          </a:prstGeom>
          <a:ln w="381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点"/>
          <p:cNvSpPr/>
          <p:nvPr/>
        </p:nvSpPr>
        <p:spPr>
          <a:xfrm>
            <a:off x="6187616" y="1627949"/>
            <a:ext cx="380560" cy="380560"/>
          </a:xfrm>
          <a:prstGeom prst="ellipse">
            <a:avLst/>
          </a:prstGeom>
          <a:solidFill>
            <a:srgbClr val="8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"/>
          <p:cNvSpPr txBox="1"/>
          <p:nvPr/>
        </p:nvSpPr>
        <p:spPr>
          <a:xfrm>
            <a:off x="6187616" y="1620902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ストーリー_きっかけ"/>
          <p:cNvSpPr txBox="1"/>
          <p:nvPr/>
        </p:nvSpPr>
        <p:spPr>
          <a:xfrm>
            <a:off x="6821882" y="1536333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きっかけ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そんなイメージが、若い世代を遠ざけてきました。</a:t>
            </a:r>
          </a:p>
        </p:txBody>
      </p:sp>
      <p:sp>
        <p:nvSpPr>
          <p:cNvPr id="16" name="点"/>
          <p:cNvSpPr/>
          <p:nvPr/>
        </p:nvSpPr>
        <p:spPr>
          <a:xfrm>
            <a:off x="6187616" y="3178377"/>
            <a:ext cx="380560" cy="380560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"/>
          <p:cNvSpPr txBox="1"/>
          <p:nvPr/>
        </p:nvSpPr>
        <p:spPr>
          <a:xfrm>
            <a:off x="6187616" y="3171329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ストーリー_想い"/>
          <p:cNvSpPr txBox="1"/>
          <p:nvPr/>
        </p:nvSpPr>
        <p:spPr>
          <a:xfrm>
            <a:off x="6821882" y="3086761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想い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生きがいを、みんなで持ち寄る。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子どもから高齢者まで、地域の人が集う場をつくります。</a:t>
            </a:r>
          </a:p>
        </p:txBody>
      </p:sp>
      <p:sp>
        <p:nvSpPr>
          <p:cNvPr id="19" name="点"/>
          <p:cNvSpPr/>
          <p:nvPr/>
        </p:nvSpPr>
        <p:spPr>
          <a:xfrm>
            <a:off x="6187616" y="4728805"/>
            <a:ext cx="380560" cy="38056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 txBox="1"/>
          <p:nvPr/>
        </p:nvSpPr>
        <p:spPr>
          <a:xfrm>
            <a:off x="6187616" y="4721757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ストーリー_めざす姿"/>
          <p:cNvSpPr txBox="1"/>
          <p:nvPr/>
        </p:nvSpPr>
        <p:spPr>
          <a:xfrm>
            <a:off x="6821882" y="4637188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F28C3C"/>
                </a:solidFill>
                <a:latin typeface="游ゴシック"/>
                <a:ea typeface="游ゴシック"/>
                <a:cs typeface="游ゴシック"/>
              </a:rPr>
              <a:t>めざす姿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介護を、身近なテーマに。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特別なものではなく、地域みんなで考えるものへ。共育実習は、その入口です。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採用コンセプト「FUN LIFE! FUN LOCAL!」と、プロジェクトのミッションの言葉をもとにした叩き台です。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