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7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.xml"/><Relationship Id="rId6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太陽"/>
          <p:cNvSpPr/>
          <p:nvPr/>
        </p:nvSpPr>
        <p:spPr>
          <a:xfrm>
            <a:off x="8668301" y="1268532"/>
            <a:ext cx="2114220" cy="2114220"/>
          </a:xfrm>
          <a:prstGeom prst="ellipse">
            <a:avLst/>
          </a:pr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太陽中"/>
          <p:cNvSpPr/>
          <p:nvPr/>
        </p:nvSpPr>
        <p:spPr>
          <a:xfrm>
            <a:off x="9091145" y="1691376"/>
            <a:ext cx="1268532" cy="1268532"/>
          </a:xfrm>
          <a:prstGeom prst="ellipse">
            <a:avLst/>
          </a:prstGeom>
          <a:solidFill>
            <a:srgbClr val="A6D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遠い山"/>
          <p:cNvSpPr/>
          <p:nvPr/>
        </p:nvSpPr>
        <p:spPr>
          <a:xfrm>
            <a:off x="0" y="3030382"/>
            <a:ext cx="12192000" cy="3826737"/>
          </a:xfrm>
          <a:custGeom>
            <a:avLst/>
            <a:gdLst/>
            <a:ahLst/>
            <a:cxnLst/>
            <a:rect l="l" t="t" r="r" b="b"/>
            <a:pathLst>
              <a:path w="12192000" h="3826737">
                <a:moveTo>
                  <a:pt x="0" y="3826737"/>
                </a:moveTo>
                <a:lnTo>
                  <a:pt x="0" y="1479953"/>
                </a:lnTo>
                <a:lnTo>
                  <a:pt x="99838" y="1467947"/>
                </a:lnTo>
                <a:lnTo>
                  <a:pt x="199676" y="1432745"/>
                </a:lnTo>
                <a:lnTo>
                  <a:pt x="299514" y="1376746"/>
                </a:lnTo>
                <a:lnTo>
                  <a:pt x="399353" y="1303768"/>
                </a:lnTo>
                <a:lnTo>
                  <a:pt x="499191" y="1218783"/>
                </a:lnTo>
                <a:lnTo>
                  <a:pt x="599029" y="1127583"/>
                </a:lnTo>
                <a:lnTo>
                  <a:pt x="698867" y="1036383"/>
                </a:lnTo>
                <a:lnTo>
                  <a:pt x="798705" y="951398"/>
                </a:lnTo>
                <a:lnTo>
                  <a:pt x="898543" y="878420"/>
                </a:lnTo>
                <a:lnTo>
                  <a:pt x="998382" y="822422"/>
                </a:lnTo>
                <a:lnTo>
                  <a:pt x="1098220" y="787220"/>
                </a:lnTo>
                <a:lnTo>
                  <a:pt x="1198058" y="775213"/>
                </a:lnTo>
                <a:lnTo>
                  <a:pt x="1292023" y="766809"/>
                </a:lnTo>
                <a:lnTo>
                  <a:pt x="1385988" y="742167"/>
                </a:lnTo>
                <a:lnTo>
                  <a:pt x="1479954" y="702969"/>
                </a:lnTo>
                <a:lnTo>
                  <a:pt x="1573919" y="651884"/>
                </a:lnTo>
                <a:lnTo>
                  <a:pt x="1667884" y="592394"/>
                </a:lnTo>
                <a:lnTo>
                  <a:pt x="1761850" y="528554"/>
                </a:lnTo>
                <a:lnTo>
                  <a:pt x="1855815" y="464714"/>
                </a:lnTo>
                <a:lnTo>
                  <a:pt x="1949780" y="405225"/>
                </a:lnTo>
                <a:lnTo>
                  <a:pt x="2043746" y="354140"/>
                </a:lnTo>
                <a:lnTo>
                  <a:pt x="2137711" y="314941"/>
                </a:lnTo>
                <a:lnTo>
                  <a:pt x="2231676" y="290300"/>
                </a:lnTo>
                <a:lnTo>
                  <a:pt x="2325642" y="281895"/>
                </a:lnTo>
                <a:lnTo>
                  <a:pt x="2437225" y="296304"/>
                </a:lnTo>
                <a:lnTo>
                  <a:pt x="2548809" y="338546"/>
                </a:lnTo>
                <a:lnTo>
                  <a:pt x="2660393" y="405744"/>
                </a:lnTo>
                <a:lnTo>
                  <a:pt x="2771977" y="493317"/>
                </a:lnTo>
                <a:lnTo>
                  <a:pt x="2883561" y="595299"/>
                </a:lnTo>
                <a:lnTo>
                  <a:pt x="2995145" y="704739"/>
                </a:lnTo>
                <a:lnTo>
                  <a:pt x="3106728" y="814179"/>
                </a:lnTo>
                <a:lnTo>
                  <a:pt x="3218312" y="916161"/>
                </a:lnTo>
                <a:lnTo>
                  <a:pt x="3329896" y="1003735"/>
                </a:lnTo>
                <a:lnTo>
                  <a:pt x="3441480" y="1070933"/>
                </a:lnTo>
                <a:lnTo>
                  <a:pt x="3553064" y="1113175"/>
                </a:lnTo>
                <a:lnTo>
                  <a:pt x="3664647" y="1127583"/>
                </a:lnTo>
                <a:lnTo>
                  <a:pt x="3805595" y="1140791"/>
                </a:lnTo>
                <a:lnTo>
                  <a:pt x="3946543" y="1179513"/>
                </a:lnTo>
                <a:lnTo>
                  <a:pt x="4087491" y="1241111"/>
                </a:lnTo>
                <a:lnTo>
                  <a:pt x="4228439" y="1321387"/>
                </a:lnTo>
                <a:lnTo>
                  <a:pt x="4369387" y="1414870"/>
                </a:lnTo>
                <a:lnTo>
                  <a:pt x="4510335" y="1515190"/>
                </a:lnTo>
                <a:lnTo>
                  <a:pt x="4651283" y="1615510"/>
                </a:lnTo>
                <a:lnTo>
                  <a:pt x="4792231" y="1708994"/>
                </a:lnTo>
                <a:lnTo>
                  <a:pt x="4933179" y="1789270"/>
                </a:lnTo>
                <a:lnTo>
                  <a:pt x="5074127" y="1850868"/>
                </a:lnTo>
                <a:lnTo>
                  <a:pt x="5215075" y="1889590"/>
                </a:lnTo>
                <a:lnTo>
                  <a:pt x="5356023" y="1902797"/>
                </a:lnTo>
                <a:lnTo>
                  <a:pt x="5485225" y="1908200"/>
                </a:lnTo>
                <a:lnTo>
                  <a:pt x="5614428" y="1924041"/>
                </a:lnTo>
                <a:lnTo>
                  <a:pt x="5743630" y="1949240"/>
                </a:lnTo>
                <a:lnTo>
                  <a:pt x="5872832" y="1982080"/>
                </a:lnTo>
                <a:lnTo>
                  <a:pt x="6002035" y="2020324"/>
                </a:lnTo>
                <a:lnTo>
                  <a:pt x="6131237" y="2061364"/>
                </a:lnTo>
                <a:lnTo>
                  <a:pt x="6260439" y="2102404"/>
                </a:lnTo>
                <a:lnTo>
                  <a:pt x="6389642" y="2140647"/>
                </a:lnTo>
                <a:lnTo>
                  <a:pt x="6518844" y="2173487"/>
                </a:lnTo>
                <a:lnTo>
                  <a:pt x="6648046" y="2198686"/>
                </a:lnTo>
                <a:lnTo>
                  <a:pt x="6777249" y="2214527"/>
                </a:lnTo>
                <a:lnTo>
                  <a:pt x="6906451" y="2219930"/>
                </a:lnTo>
                <a:lnTo>
                  <a:pt x="7035653" y="2210925"/>
                </a:lnTo>
                <a:lnTo>
                  <a:pt x="7164855" y="2184524"/>
                </a:lnTo>
                <a:lnTo>
                  <a:pt x="7294058" y="2142525"/>
                </a:lnTo>
                <a:lnTo>
                  <a:pt x="7423260" y="2087791"/>
                </a:lnTo>
                <a:lnTo>
                  <a:pt x="7552462" y="2024053"/>
                </a:lnTo>
                <a:lnTo>
                  <a:pt x="7681665" y="1955653"/>
                </a:lnTo>
                <a:lnTo>
                  <a:pt x="7810867" y="1887253"/>
                </a:lnTo>
                <a:lnTo>
                  <a:pt x="7940069" y="1823514"/>
                </a:lnTo>
                <a:lnTo>
                  <a:pt x="8069272" y="1768780"/>
                </a:lnTo>
                <a:lnTo>
                  <a:pt x="8198474" y="1726782"/>
                </a:lnTo>
                <a:lnTo>
                  <a:pt x="8327676" y="1700380"/>
                </a:lnTo>
                <a:lnTo>
                  <a:pt x="8456879" y="1691375"/>
                </a:lnTo>
                <a:lnTo>
                  <a:pt x="8574335" y="1673365"/>
                </a:lnTo>
                <a:lnTo>
                  <a:pt x="8691792" y="1620562"/>
                </a:lnTo>
                <a:lnTo>
                  <a:pt x="8809249" y="1536565"/>
                </a:lnTo>
                <a:lnTo>
                  <a:pt x="8926705" y="1427098"/>
                </a:lnTo>
                <a:lnTo>
                  <a:pt x="9044162" y="1299620"/>
                </a:lnTo>
                <a:lnTo>
                  <a:pt x="9161618" y="1162820"/>
                </a:lnTo>
                <a:lnTo>
                  <a:pt x="9279075" y="1026020"/>
                </a:lnTo>
                <a:lnTo>
                  <a:pt x="9396532" y="898543"/>
                </a:lnTo>
                <a:lnTo>
                  <a:pt x="9513988" y="789076"/>
                </a:lnTo>
                <a:lnTo>
                  <a:pt x="9631445" y="705078"/>
                </a:lnTo>
                <a:lnTo>
                  <a:pt x="9748902" y="652275"/>
                </a:lnTo>
                <a:lnTo>
                  <a:pt x="9866358" y="634265"/>
                </a:lnTo>
                <a:lnTo>
                  <a:pt x="9972069" y="623459"/>
                </a:lnTo>
                <a:lnTo>
                  <a:pt x="10077780" y="591778"/>
                </a:lnTo>
                <a:lnTo>
                  <a:pt x="10183491" y="541379"/>
                </a:lnTo>
                <a:lnTo>
                  <a:pt x="10289202" y="475699"/>
                </a:lnTo>
                <a:lnTo>
                  <a:pt x="10394913" y="399212"/>
                </a:lnTo>
                <a:lnTo>
                  <a:pt x="10500624" y="317132"/>
                </a:lnTo>
                <a:lnTo>
                  <a:pt x="10606335" y="235052"/>
                </a:lnTo>
                <a:lnTo>
                  <a:pt x="10712046" y="158566"/>
                </a:lnTo>
                <a:lnTo>
                  <a:pt x="10817757" y="92886"/>
                </a:lnTo>
                <a:lnTo>
                  <a:pt x="10923468" y="42487"/>
                </a:lnTo>
                <a:lnTo>
                  <a:pt x="11029179" y="10806"/>
                </a:lnTo>
                <a:lnTo>
                  <a:pt x="11134890" y="0"/>
                </a:lnTo>
                <a:lnTo>
                  <a:pt x="11222983" y="13207"/>
                </a:lnTo>
                <a:lnTo>
                  <a:pt x="11311075" y="51929"/>
                </a:lnTo>
                <a:lnTo>
                  <a:pt x="11399168" y="113527"/>
                </a:lnTo>
                <a:lnTo>
                  <a:pt x="11487260" y="193803"/>
                </a:lnTo>
                <a:lnTo>
                  <a:pt x="11575353" y="287286"/>
                </a:lnTo>
                <a:lnTo>
                  <a:pt x="11663445" y="387606"/>
                </a:lnTo>
                <a:lnTo>
                  <a:pt x="11751538" y="487926"/>
                </a:lnTo>
                <a:lnTo>
                  <a:pt x="11839630" y="581410"/>
                </a:lnTo>
                <a:lnTo>
                  <a:pt x="11927723" y="661686"/>
                </a:lnTo>
                <a:lnTo>
                  <a:pt x="12015815" y="723284"/>
                </a:lnTo>
                <a:lnTo>
                  <a:pt x="12103908" y="762006"/>
                </a:lnTo>
                <a:lnTo>
                  <a:pt x="12192000" y="775213"/>
                </a:lnTo>
                <a:lnTo>
                  <a:pt x="12192000" y="3826737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手前の山"/>
          <p:cNvSpPr/>
          <p:nvPr/>
        </p:nvSpPr>
        <p:spPr>
          <a:xfrm>
            <a:off x="0" y="4862705"/>
            <a:ext cx="12192000" cy="1994414"/>
          </a:xfrm>
          <a:custGeom>
            <a:avLst/>
            <a:gdLst/>
            <a:ahLst/>
            <a:cxnLst/>
            <a:rect l="l" t="t" r="r" b="b"/>
            <a:pathLst>
              <a:path w="12192000" h="1994414">
                <a:moveTo>
                  <a:pt x="0" y="1994414"/>
                </a:moveTo>
                <a:lnTo>
                  <a:pt x="0" y="634266"/>
                </a:lnTo>
                <a:lnTo>
                  <a:pt x="117457" y="623460"/>
                </a:lnTo>
                <a:lnTo>
                  <a:pt x="234913" y="591778"/>
                </a:lnTo>
                <a:lnTo>
                  <a:pt x="352370" y="541380"/>
                </a:lnTo>
                <a:lnTo>
                  <a:pt x="469827" y="475700"/>
                </a:lnTo>
                <a:lnTo>
                  <a:pt x="587283" y="399213"/>
                </a:lnTo>
                <a:lnTo>
                  <a:pt x="704740" y="317133"/>
                </a:lnTo>
                <a:lnTo>
                  <a:pt x="822197" y="235053"/>
                </a:lnTo>
                <a:lnTo>
                  <a:pt x="939653" y="158567"/>
                </a:lnTo>
                <a:lnTo>
                  <a:pt x="1057110" y="92886"/>
                </a:lnTo>
                <a:lnTo>
                  <a:pt x="1174566" y="42488"/>
                </a:lnTo>
                <a:lnTo>
                  <a:pt x="1292023" y="10806"/>
                </a:lnTo>
                <a:lnTo>
                  <a:pt x="1409480" y="0"/>
                </a:lnTo>
                <a:lnTo>
                  <a:pt x="1544555" y="6604"/>
                </a:lnTo>
                <a:lnTo>
                  <a:pt x="1679630" y="25965"/>
                </a:lnTo>
                <a:lnTo>
                  <a:pt x="1814705" y="56764"/>
                </a:lnTo>
                <a:lnTo>
                  <a:pt x="1949780" y="96902"/>
                </a:lnTo>
                <a:lnTo>
                  <a:pt x="2084855" y="143644"/>
                </a:lnTo>
                <a:lnTo>
                  <a:pt x="2219931" y="193804"/>
                </a:lnTo>
                <a:lnTo>
                  <a:pt x="2355006" y="243964"/>
                </a:lnTo>
                <a:lnTo>
                  <a:pt x="2490081" y="290705"/>
                </a:lnTo>
                <a:lnTo>
                  <a:pt x="2625156" y="330843"/>
                </a:lnTo>
                <a:lnTo>
                  <a:pt x="2760231" y="361642"/>
                </a:lnTo>
                <a:lnTo>
                  <a:pt x="2895306" y="381003"/>
                </a:lnTo>
                <a:lnTo>
                  <a:pt x="3030382" y="387607"/>
                </a:lnTo>
                <a:lnTo>
                  <a:pt x="3200694" y="396012"/>
                </a:lnTo>
                <a:lnTo>
                  <a:pt x="3371006" y="420653"/>
                </a:lnTo>
                <a:lnTo>
                  <a:pt x="3541318" y="459852"/>
                </a:lnTo>
                <a:lnTo>
                  <a:pt x="3711630" y="510937"/>
                </a:lnTo>
                <a:lnTo>
                  <a:pt x="3881942" y="570426"/>
                </a:lnTo>
                <a:lnTo>
                  <a:pt x="4052254" y="634266"/>
                </a:lnTo>
                <a:lnTo>
                  <a:pt x="4222566" y="698106"/>
                </a:lnTo>
                <a:lnTo>
                  <a:pt x="4392879" y="757596"/>
                </a:lnTo>
                <a:lnTo>
                  <a:pt x="4563191" y="808680"/>
                </a:lnTo>
                <a:lnTo>
                  <a:pt x="4733503" y="847879"/>
                </a:lnTo>
                <a:lnTo>
                  <a:pt x="4903815" y="872520"/>
                </a:lnTo>
                <a:lnTo>
                  <a:pt x="5074127" y="880925"/>
                </a:lnTo>
                <a:lnTo>
                  <a:pt x="5238566" y="885127"/>
                </a:lnTo>
                <a:lnTo>
                  <a:pt x="5403006" y="897448"/>
                </a:lnTo>
                <a:lnTo>
                  <a:pt x="5567445" y="917047"/>
                </a:lnTo>
                <a:lnTo>
                  <a:pt x="5731884" y="942590"/>
                </a:lnTo>
                <a:lnTo>
                  <a:pt x="5896324" y="972335"/>
                </a:lnTo>
                <a:lnTo>
                  <a:pt x="6060763" y="1004255"/>
                </a:lnTo>
                <a:lnTo>
                  <a:pt x="6225202" y="1036175"/>
                </a:lnTo>
                <a:lnTo>
                  <a:pt x="6389642" y="1065919"/>
                </a:lnTo>
                <a:lnTo>
                  <a:pt x="6554081" y="1091462"/>
                </a:lnTo>
                <a:lnTo>
                  <a:pt x="6718520" y="1111061"/>
                </a:lnTo>
                <a:lnTo>
                  <a:pt x="6882960" y="1123382"/>
                </a:lnTo>
                <a:lnTo>
                  <a:pt x="7047399" y="1127584"/>
                </a:lnTo>
                <a:lnTo>
                  <a:pt x="7223584" y="1121581"/>
                </a:lnTo>
                <a:lnTo>
                  <a:pt x="7399769" y="1103980"/>
                </a:lnTo>
                <a:lnTo>
                  <a:pt x="7575954" y="1075981"/>
                </a:lnTo>
                <a:lnTo>
                  <a:pt x="7752139" y="1039492"/>
                </a:lnTo>
                <a:lnTo>
                  <a:pt x="7928324" y="996999"/>
                </a:lnTo>
                <a:lnTo>
                  <a:pt x="8104509" y="951399"/>
                </a:lnTo>
                <a:lnTo>
                  <a:pt x="8280694" y="905799"/>
                </a:lnTo>
                <a:lnTo>
                  <a:pt x="8456879" y="863307"/>
                </a:lnTo>
                <a:lnTo>
                  <a:pt x="8633064" y="826817"/>
                </a:lnTo>
                <a:lnTo>
                  <a:pt x="8809249" y="798818"/>
                </a:lnTo>
                <a:lnTo>
                  <a:pt x="8985434" y="781217"/>
                </a:lnTo>
                <a:lnTo>
                  <a:pt x="9161618" y="775214"/>
                </a:lnTo>
                <a:lnTo>
                  <a:pt x="9279075" y="762007"/>
                </a:lnTo>
                <a:lnTo>
                  <a:pt x="9396532" y="723285"/>
                </a:lnTo>
                <a:lnTo>
                  <a:pt x="9513988" y="661687"/>
                </a:lnTo>
                <a:lnTo>
                  <a:pt x="9631445" y="581411"/>
                </a:lnTo>
                <a:lnTo>
                  <a:pt x="9748902" y="487927"/>
                </a:lnTo>
                <a:lnTo>
                  <a:pt x="9866358" y="387607"/>
                </a:lnTo>
                <a:lnTo>
                  <a:pt x="9983815" y="287287"/>
                </a:lnTo>
                <a:lnTo>
                  <a:pt x="10101272" y="193804"/>
                </a:lnTo>
                <a:lnTo>
                  <a:pt x="10218728" y="113528"/>
                </a:lnTo>
                <a:lnTo>
                  <a:pt x="10336185" y="51930"/>
                </a:lnTo>
                <a:lnTo>
                  <a:pt x="10453642" y="13208"/>
                </a:lnTo>
                <a:lnTo>
                  <a:pt x="10571098" y="0"/>
                </a:lnTo>
                <a:lnTo>
                  <a:pt x="10706173" y="4803"/>
                </a:lnTo>
                <a:lnTo>
                  <a:pt x="10841249" y="18884"/>
                </a:lnTo>
                <a:lnTo>
                  <a:pt x="10976324" y="41283"/>
                </a:lnTo>
                <a:lnTo>
                  <a:pt x="11111399" y="70474"/>
                </a:lnTo>
                <a:lnTo>
                  <a:pt x="11246474" y="104468"/>
                </a:lnTo>
                <a:lnTo>
                  <a:pt x="11381549" y="140948"/>
                </a:lnTo>
                <a:lnTo>
                  <a:pt x="11516624" y="177428"/>
                </a:lnTo>
                <a:lnTo>
                  <a:pt x="11651699" y="211422"/>
                </a:lnTo>
                <a:lnTo>
                  <a:pt x="11786775" y="240613"/>
                </a:lnTo>
                <a:lnTo>
                  <a:pt x="11921850" y="263013"/>
                </a:lnTo>
                <a:lnTo>
                  <a:pt x="12056925" y="277093"/>
                </a:lnTo>
                <a:lnTo>
                  <a:pt x="12192000" y="281896"/>
                </a:lnTo>
                <a:lnTo>
                  <a:pt x="12192000" y="1994414"/>
                </a:lnTo>
                <a:close/>
              </a:path>
            </a:pathLst>
          </a:custGeom>
          <a:solidFill>
            <a:srgbClr val="64B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盆地の底"/>
          <p:cNvSpPr/>
          <p:nvPr/>
        </p:nvSpPr>
        <p:spPr>
          <a:xfrm>
            <a:off x="0" y="5884578"/>
            <a:ext cx="12192000" cy="972541"/>
          </a:xfrm>
          <a:custGeom>
            <a:avLst/>
            <a:gdLst/>
            <a:ahLst/>
            <a:cxnLst/>
            <a:rect l="l" t="t" r="r" b="b"/>
            <a:pathLst>
              <a:path w="12192000" h="972541">
                <a:moveTo>
                  <a:pt x="0" y="972541"/>
                </a:moveTo>
                <a:lnTo>
                  <a:pt x="0" y="493318"/>
                </a:lnTo>
                <a:lnTo>
                  <a:pt x="293642" y="490917"/>
                </a:lnTo>
                <a:lnTo>
                  <a:pt x="587283" y="483876"/>
                </a:lnTo>
                <a:lnTo>
                  <a:pt x="880925" y="472677"/>
                </a:lnTo>
                <a:lnTo>
                  <a:pt x="1174566" y="458081"/>
                </a:lnTo>
                <a:lnTo>
                  <a:pt x="1468208" y="441084"/>
                </a:lnTo>
                <a:lnTo>
                  <a:pt x="1761850" y="422844"/>
                </a:lnTo>
                <a:lnTo>
                  <a:pt x="2055491" y="404604"/>
                </a:lnTo>
                <a:lnTo>
                  <a:pt x="2349133" y="387607"/>
                </a:lnTo>
                <a:lnTo>
                  <a:pt x="2642775" y="373011"/>
                </a:lnTo>
                <a:lnTo>
                  <a:pt x="2936416" y="361812"/>
                </a:lnTo>
                <a:lnTo>
                  <a:pt x="3230058" y="354771"/>
                </a:lnTo>
                <a:lnTo>
                  <a:pt x="3523699" y="352370"/>
                </a:lnTo>
                <a:lnTo>
                  <a:pt x="3758613" y="349608"/>
                </a:lnTo>
                <a:lnTo>
                  <a:pt x="3993526" y="341512"/>
                </a:lnTo>
                <a:lnTo>
                  <a:pt x="4228439" y="328632"/>
                </a:lnTo>
                <a:lnTo>
                  <a:pt x="4463353" y="311847"/>
                </a:lnTo>
                <a:lnTo>
                  <a:pt x="4698266" y="292301"/>
                </a:lnTo>
                <a:lnTo>
                  <a:pt x="4933179" y="271325"/>
                </a:lnTo>
                <a:lnTo>
                  <a:pt x="5168092" y="250349"/>
                </a:lnTo>
                <a:lnTo>
                  <a:pt x="5403006" y="230802"/>
                </a:lnTo>
                <a:lnTo>
                  <a:pt x="5637919" y="214017"/>
                </a:lnTo>
                <a:lnTo>
                  <a:pt x="5872832" y="201138"/>
                </a:lnTo>
                <a:lnTo>
                  <a:pt x="6107746" y="193041"/>
                </a:lnTo>
                <a:lnTo>
                  <a:pt x="6342659" y="190280"/>
                </a:lnTo>
                <a:lnTo>
                  <a:pt x="6577572" y="191240"/>
                </a:lnTo>
                <a:lnTo>
                  <a:pt x="6812486" y="194056"/>
                </a:lnTo>
                <a:lnTo>
                  <a:pt x="7047399" y="198536"/>
                </a:lnTo>
                <a:lnTo>
                  <a:pt x="7282312" y="204375"/>
                </a:lnTo>
                <a:lnTo>
                  <a:pt x="7517225" y="211173"/>
                </a:lnTo>
                <a:lnTo>
                  <a:pt x="7752139" y="218469"/>
                </a:lnTo>
                <a:lnTo>
                  <a:pt x="7987052" y="225765"/>
                </a:lnTo>
                <a:lnTo>
                  <a:pt x="8221965" y="232564"/>
                </a:lnTo>
                <a:lnTo>
                  <a:pt x="8456879" y="238402"/>
                </a:lnTo>
                <a:lnTo>
                  <a:pt x="8691792" y="242882"/>
                </a:lnTo>
                <a:lnTo>
                  <a:pt x="8926705" y="245698"/>
                </a:lnTo>
                <a:lnTo>
                  <a:pt x="9161618" y="246659"/>
                </a:lnTo>
                <a:lnTo>
                  <a:pt x="9414150" y="242457"/>
                </a:lnTo>
                <a:lnTo>
                  <a:pt x="9666682" y="230136"/>
                </a:lnTo>
                <a:lnTo>
                  <a:pt x="9919214" y="210537"/>
                </a:lnTo>
                <a:lnTo>
                  <a:pt x="10171746" y="184994"/>
                </a:lnTo>
                <a:lnTo>
                  <a:pt x="10424277" y="155250"/>
                </a:lnTo>
                <a:lnTo>
                  <a:pt x="10676809" y="123330"/>
                </a:lnTo>
                <a:lnTo>
                  <a:pt x="10929341" y="91409"/>
                </a:lnTo>
                <a:lnTo>
                  <a:pt x="11181873" y="61665"/>
                </a:lnTo>
                <a:lnTo>
                  <a:pt x="11434405" y="36122"/>
                </a:lnTo>
                <a:lnTo>
                  <a:pt x="11686936" y="16523"/>
                </a:lnTo>
                <a:lnTo>
                  <a:pt x="11939468" y="4202"/>
                </a:lnTo>
                <a:lnTo>
                  <a:pt x="12192000" y="0"/>
                </a:lnTo>
                <a:lnTo>
                  <a:pt x="12192000" y="972541"/>
                </a:lnTo>
                <a:close/>
              </a:path>
            </a:pathLst>
          </a:cu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小見出し"/>
          <p:cNvSpPr txBox="1"/>
          <p:nvPr/>
        </p:nvSpPr>
        <p:spPr>
          <a:xfrm>
            <a:off x="845688" y="1198058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9" name="タイトル"/>
          <p:cNvSpPr txBox="1"/>
          <p:nvPr/>
        </p:nvSpPr>
        <p:spPr>
          <a:xfrm>
            <a:off x="845688" y="1620902"/>
            <a:ext cx="6342659" cy="1832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72"/>
              </a:lnSpc>
              <a:spcBef>
                <a:spcPts val="0"/>
              </a:spcBef>
              <a:spcAft>
                <a:spcPts val="0"/>
              </a:spcAft>
            </a:pPr>
            <a:r>
              <a:rPr sz="832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10" name="ライン"/>
          <p:cNvCxnSpPr/>
          <p:nvPr/>
        </p:nvCxnSpPr>
        <p:spPr>
          <a:xfrm>
            <a:off x="873877" y="3523699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キャッチ"/>
          <p:cNvSpPr txBox="1"/>
          <p:nvPr/>
        </p:nvSpPr>
        <p:spPr>
          <a:xfrm>
            <a:off x="845688" y="3805595"/>
            <a:ext cx="5778867" cy="1127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学ぶ人も、迎える人も、地域も。</a:t>
            </a:r>
          </a:p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みんなが共に育つ、ケアの現場の実習。</a:t>
            </a:r>
          </a:p>
        </p:txBody>
      </p:sp>
      <p:sp>
        <p:nvSpPr>
          <p:cNvPr id="12" name="宛名"/>
          <p:cNvSpPr txBox="1"/>
          <p:nvPr/>
        </p:nvSpPr>
        <p:spPr>
          <a:xfrm>
            <a:off x="845688" y="5778867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  <p:sp>
        <p:nvSpPr>
          <p:cNvPr id="13" name="飾り"/>
          <p:cNvSpPr/>
          <p:nvPr/>
        </p:nvSpPr>
        <p:spPr>
          <a:xfrm>
            <a:off x="7730997" y="1670234"/>
            <a:ext cx="183232" cy="183232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飾り"/>
          <p:cNvSpPr/>
          <p:nvPr/>
        </p:nvSpPr>
        <p:spPr>
          <a:xfrm>
            <a:off x="8752869" y="1141679"/>
            <a:ext cx="112758" cy="1127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飾り"/>
          <p:cNvSpPr/>
          <p:nvPr/>
        </p:nvSpPr>
        <p:spPr>
          <a:xfrm>
            <a:off x="11762109" y="3587126"/>
            <a:ext cx="155043" cy="155043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飾り"/>
          <p:cNvSpPr/>
          <p:nvPr/>
        </p:nvSpPr>
        <p:spPr>
          <a:xfrm>
            <a:off x="6998067" y="3262946"/>
            <a:ext cx="98664" cy="98664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飾り"/>
          <p:cNvSpPr/>
          <p:nvPr/>
        </p:nvSpPr>
        <p:spPr>
          <a:xfrm>
            <a:off x="11494308" y="1064157"/>
            <a:ext cx="126853" cy="126853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飾り"/>
          <p:cNvSpPr/>
          <p:nvPr/>
        </p:nvSpPr>
        <p:spPr>
          <a:xfrm>
            <a:off x="10951658" y="4468051"/>
            <a:ext cx="84569" cy="84569"/>
          </a:xfrm>
          <a:prstGeom prst="ellipse">
            <a:avLst/>
          </a:prstGeom>
          <a:solidFill>
            <a:srgbClr val="FC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イラスト_van" descr="v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671" y="3911306"/>
            <a:ext cx="1339006" cy="643949"/>
          </a:xfrm>
          <a:prstGeom prst="rect">
            <a:avLst/>
          </a:prstGeom>
        </p:spPr>
      </p:pic>
      <p:pic>
        <p:nvPicPr>
          <p:cNvPr id="20" name="イラスト_picnic" descr="picn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9676" y="4510335"/>
            <a:ext cx="1268532" cy="852830"/>
          </a:xfrm>
          <a:prstGeom prst="rect">
            <a:avLst/>
          </a:prstGeom>
        </p:spPr>
      </p:pic>
      <p:pic>
        <p:nvPicPr>
          <p:cNvPr id="21" name="イラスト_care" descr="c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873" y="4157965"/>
            <a:ext cx="947831" cy="880925"/>
          </a:xfrm>
          <a:prstGeom prst="rect">
            <a:avLst/>
          </a:prstGeom>
        </p:spPr>
      </p:pic>
      <p:pic>
        <p:nvPicPr>
          <p:cNvPr id="22" name="イラスト_runner" descr="ru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023" y="5250312"/>
            <a:ext cx="1655827" cy="1268532"/>
          </a:xfrm>
          <a:prstGeom prst="rect">
            <a:avLst/>
          </a:prstGeom>
        </p:spPr>
      </p:pic>
      <p:pic>
        <p:nvPicPr>
          <p:cNvPr id="23" name="イラスト_selfie" descr="self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4134" y="5038890"/>
            <a:ext cx="1510364" cy="1479954"/>
          </a:xfrm>
          <a:prstGeom prst="rect">
            <a:avLst/>
          </a:prstGeom>
        </p:spPr>
      </p:pic>
      <p:pic>
        <p:nvPicPr>
          <p:cNvPr id="24" name="イラスト_boy" descr="bo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06783" y="5144601"/>
            <a:ext cx="747496" cy="1374243"/>
          </a:xfrm>
          <a:prstGeom prst="rect">
            <a:avLst/>
          </a:prstGeom>
        </p:spPr>
      </p:pic>
      <p:pic>
        <p:nvPicPr>
          <p:cNvPr id="25" name="イラスト_elder" descr="el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6563" y="4933179"/>
            <a:ext cx="1033355" cy="1585665"/>
          </a:xfrm>
          <a:prstGeom prst="rect">
            <a:avLst/>
          </a:prstGeom>
        </p:spPr>
      </p:pic>
      <p:pic>
        <p:nvPicPr>
          <p:cNvPr id="26" name="イラスト_runners" descr="runn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2202" y="5687251"/>
            <a:ext cx="1136980" cy="831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アジェンダ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このあと、お伝えすること</a:t>
            </a:r>
          </a:p>
        </p:txBody>
      </p:sp>
      <p:pic>
        <p:nvPicPr>
          <p:cNvPr id="8" name="イラスト_selfie" descr="self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479223"/>
            <a:ext cx="604146" cy="591982"/>
          </a:xfrm>
          <a:prstGeom prst="rect">
            <a:avLst/>
          </a:prstGeom>
        </p:spPr>
      </p:pic>
      <p:pic>
        <p:nvPicPr>
          <p:cNvPr id="9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911" y="479223"/>
            <a:ext cx="321998" cy="591982"/>
          </a:xfrm>
          <a:prstGeom prst="rect">
            <a:avLst/>
          </a:prstGeom>
        </p:spPr>
      </p:pic>
      <p:sp>
        <p:nvSpPr>
          <p:cNvPr id="10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2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3" name="コンセプト文"/>
          <p:cNvSpPr txBox="1"/>
          <p:nvPr/>
        </p:nvSpPr>
        <p:spPr>
          <a:xfrm>
            <a:off x="1014825" y="4284818"/>
            <a:ext cx="4143871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pic>
        <p:nvPicPr>
          <p:cNvPr id="14" name="イラスト_picnic" descr="picn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015" y="5017748"/>
            <a:ext cx="1409480" cy="947589"/>
          </a:xfrm>
          <a:prstGeom prst="rect">
            <a:avLst/>
          </a:prstGeom>
        </p:spPr>
      </p:pic>
      <p:pic>
        <p:nvPicPr>
          <p:cNvPr id="15" name="イラスト_runners" descr="run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9605" y="5158696"/>
            <a:ext cx="1204428" cy="880925"/>
          </a:xfrm>
          <a:prstGeom prst="rect">
            <a:avLst/>
          </a:prstGeom>
        </p:spPr>
      </p:pic>
      <p:sp>
        <p:nvSpPr>
          <p:cNvPr id="16" name="番号点"/>
          <p:cNvSpPr/>
          <p:nvPr/>
        </p:nvSpPr>
        <p:spPr>
          <a:xfrm>
            <a:off x="6060763" y="1729432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1"/>
          <p:cNvSpPr txBox="1"/>
          <p:nvPr/>
        </p:nvSpPr>
        <p:spPr>
          <a:xfrm>
            <a:off x="6060763" y="1729432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8" name="項目_共育実習が目指すこと"/>
          <p:cNvSpPr txBox="1"/>
          <p:nvPr/>
        </p:nvSpPr>
        <p:spPr>
          <a:xfrm>
            <a:off x="6821882" y="1536333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共育実習が目指すこと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ビジョンと、みんなで育つ共創モデル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P.2–4</a:t>
            </a:r>
          </a:p>
        </p:txBody>
      </p:sp>
      <p:pic>
        <p:nvPicPr>
          <p:cNvPr id="19" name="イラスト_selfie" descr="self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4458" y="1564523"/>
            <a:ext cx="796897" cy="780852"/>
          </a:xfrm>
          <a:prstGeom prst="rect">
            <a:avLst/>
          </a:prstGeom>
        </p:spPr>
      </p:pic>
      <p:cxnSp>
        <p:nvCxnSpPr>
          <p:cNvPr id="20" name="区切り"/>
          <p:cNvCxnSpPr/>
          <p:nvPr/>
        </p:nvCxnSpPr>
        <p:spPr>
          <a:xfrm>
            <a:off x="6046668" y="2444038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点"/>
          <p:cNvSpPr/>
          <p:nvPr/>
        </p:nvSpPr>
        <p:spPr>
          <a:xfrm>
            <a:off x="6060763" y="2707611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2"/>
          <p:cNvSpPr txBox="1"/>
          <p:nvPr/>
        </p:nvSpPr>
        <p:spPr>
          <a:xfrm>
            <a:off x="6060763" y="2707611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3" name="項目_いま、なぜ福祉人材か"/>
          <p:cNvSpPr txBox="1"/>
          <p:nvPr/>
        </p:nvSpPr>
        <p:spPr>
          <a:xfrm>
            <a:off x="6821882" y="2514512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いま、なぜ福祉人材か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人口の変化と、介護の需要、福祉の価値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P.5–7</a:t>
            </a:r>
          </a:p>
        </p:txBody>
      </p:sp>
      <p:pic>
        <p:nvPicPr>
          <p:cNvPr id="24" name="イラスト_elder" descr="el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2485" y="2542702"/>
            <a:ext cx="508870" cy="780852"/>
          </a:xfrm>
          <a:prstGeom prst="rect">
            <a:avLst/>
          </a:prstGeom>
        </p:spPr>
      </p:pic>
      <p:cxnSp>
        <p:nvCxnSpPr>
          <p:cNvPr id="25" name="区切り"/>
          <p:cNvCxnSpPr/>
          <p:nvPr/>
        </p:nvCxnSpPr>
        <p:spPr>
          <a:xfrm>
            <a:off x="6046668" y="3422217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番号点"/>
          <p:cNvSpPr/>
          <p:nvPr/>
        </p:nvSpPr>
        <p:spPr>
          <a:xfrm>
            <a:off x="6060763" y="3685790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3"/>
          <p:cNvSpPr txBox="1"/>
          <p:nvPr/>
        </p:nvSpPr>
        <p:spPr>
          <a:xfrm>
            <a:off x="6060763" y="3685790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8" name="項目_エフビー介護サービスを知る"/>
          <p:cNvSpPr txBox="1"/>
          <p:nvPr/>
        </p:nvSpPr>
        <p:spPr>
          <a:xfrm>
            <a:off x="6821882" y="3492691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エフビー介護サービスを知る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介護の考え方、沿革、事業の展開と成長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P.8–12</a:t>
            </a:r>
          </a:p>
        </p:txBody>
      </p:sp>
      <p:pic>
        <p:nvPicPr>
          <p:cNvPr id="29" name="イラスト_van" descr="v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1875" y="3520880"/>
            <a:ext cx="1409480" cy="677841"/>
          </a:xfrm>
          <a:prstGeom prst="rect">
            <a:avLst/>
          </a:prstGeom>
        </p:spPr>
      </p:pic>
      <p:cxnSp>
        <p:nvCxnSpPr>
          <p:cNvPr id="30" name="区切り"/>
          <p:cNvCxnSpPr/>
          <p:nvPr/>
        </p:nvCxnSpPr>
        <p:spPr>
          <a:xfrm>
            <a:off x="6046668" y="4400396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点"/>
          <p:cNvSpPr/>
          <p:nvPr/>
        </p:nvSpPr>
        <p:spPr>
          <a:xfrm>
            <a:off x="6060763" y="4663969"/>
            <a:ext cx="451034" cy="45103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4"/>
          <p:cNvSpPr txBox="1"/>
          <p:nvPr/>
        </p:nvSpPr>
        <p:spPr>
          <a:xfrm>
            <a:off x="6060763" y="4663969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3" name="項目_実習で得られること"/>
          <p:cNvSpPr txBox="1"/>
          <p:nvPr/>
        </p:nvSpPr>
        <p:spPr>
          <a:xfrm>
            <a:off x="6821882" y="4470870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実習で得られること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他社との違い、プログラム、受け入れ体制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P.13–16</a:t>
            </a:r>
          </a:p>
        </p:txBody>
      </p:sp>
      <p:pic>
        <p:nvPicPr>
          <p:cNvPr id="34" name="イラスト_care" descr="ca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1198" y="4499059"/>
            <a:ext cx="840157" cy="780852"/>
          </a:xfrm>
          <a:prstGeom prst="rect">
            <a:avLst/>
          </a:prstGeom>
        </p:spPr>
      </p:pic>
      <p:cxnSp>
        <p:nvCxnSpPr>
          <p:cNvPr id="35" name="区切り"/>
          <p:cNvCxnSpPr/>
          <p:nvPr/>
        </p:nvCxnSpPr>
        <p:spPr>
          <a:xfrm>
            <a:off x="6046668" y="5378575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番号点"/>
          <p:cNvSpPr/>
          <p:nvPr/>
        </p:nvSpPr>
        <p:spPr>
          <a:xfrm>
            <a:off x="6060763" y="5642148"/>
            <a:ext cx="451034" cy="45103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5"/>
          <p:cNvSpPr txBox="1"/>
          <p:nvPr/>
        </p:nvSpPr>
        <p:spPr>
          <a:xfrm>
            <a:off x="6060763" y="5642148"/>
            <a:ext cx="451034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38" name="項目_実習のひろがり"/>
          <p:cNvSpPr txBox="1"/>
          <p:nvPr/>
        </p:nvSpPr>
        <p:spPr>
          <a:xfrm>
            <a:off x="6821882" y="5449049"/>
            <a:ext cx="3269993" cy="8372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332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443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ブランドの育ち方と、応募までの流れ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P.17–18</a:t>
            </a:r>
          </a:p>
        </p:txBody>
      </p:sp>
      <p:pic>
        <p:nvPicPr>
          <p:cNvPr id="39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624" y="5477238"/>
            <a:ext cx="424731" cy="780852"/>
          </a:xfrm>
          <a:prstGeom prst="rect">
            <a:avLst/>
          </a:prstGeom>
        </p:spPr>
      </p:pic>
      <p:sp>
        <p:nvSpPr>
          <p:cNvPr id="4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pic>
        <p:nvPicPr>
          <p:cNvPr id="9" name="イラスト_elder" descr="e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422844"/>
            <a:ext cx="422527" cy="648361"/>
          </a:xfrm>
          <a:prstGeom prst="rect">
            <a:avLst/>
          </a:prstGeom>
        </p:spPr>
      </p:pic>
      <p:pic>
        <p:nvPicPr>
          <p:cNvPr id="10" name="イラスト_care" descr="c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7293" y="606076"/>
            <a:ext cx="500455" cy="465128"/>
          </a:xfrm>
          <a:prstGeom prst="rect">
            <a:avLst/>
          </a:prstGeom>
        </p:spPr>
      </p:pic>
      <p:sp>
        <p:nvSpPr>
          <p:cNvPr id="11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3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4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6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8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2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4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8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30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4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6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40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2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6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8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2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pic>
        <p:nvPicPr>
          <p:cNvPr id="8" name="イラスト_runners" descr="run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4291" y="648361"/>
            <a:ext cx="578126" cy="422844"/>
          </a:xfrm>
          <a:prstGeom prst="rect">
            <a:avLst/>
          </a:prstGeom>
        </p:spPr>
      </p:pic>
      <p:pic>
        <p:nvPicPr>
          <p:cNvPr id="9" name="イラスト_picnic" descr="picn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460" y="549697"/>
            <a:ext cx="775710" cy="521508"/>
          </a:xfrm>
          <a:prstGeom prst="rect">
            <a:avLst/>
          </a:prstGeom>
        </p:spPr>
      </p:pic>
      <p:pic>
        <p:nvPicPr>
          <p:cNvPr id="10" name="イラスト_boy" descr="bo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8212" y="507413"/>
            <a:ext cx="306665" cy="563792"/>
          </a:xfrm>
          <a:prstGeom prst="rect">
            <a:avLst/>
          </a:prstGeom>
        </p:spPr>
      </p:pic>
      <p:sp>
        <p:nvSpPr>
          <p:cNvPr id="11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12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3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5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7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2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pic>
        <p:nvPicPr>
          <p:cNvPr id="8" name="イラスト_van" descr="v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4377" y="634266"/>
            <a:ext cx="908555" cy="436939"/>
          </a:xfrm>
          <a:prstGeom prst="rect">
            <a:avLst/>
          </a:prstGeom>
        </p:spPr>
      </p:pic>
      <p:pic>
        <p:nvPicPr>
          <p:cNvPr id="9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7975" y="479223"/>
            <a:ext cx="321998" cy="591982"/>
          </a:xfrm>
          <a:prstGeom prst="rect">
            <a:avLst/>
          </a:prstGeom>
        </p:spPr>
      </p:pic>
      <p:sp>
        <p:nvSpPr>
          <p:cNvPr id="10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11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2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6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9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pic>
        <p:nvPicPr>
          <p:cNvPr id="8" name="イラスト_runner" descr="ru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479223"/>
            <a:ext cx="772719" cy="591982"/>
          </a:xfrm>
          <a:prstGeom prst="rect">
            <a:avLst/>
          </a:prstGeom>
        </p:spPr>
      </p:pic>
      <p:pic>
        <p:nvPicPr>
          <p:cNvPr id="9" name="イラスト_selfie" descr="self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7485" y="507413"/>
            <a:ext cx="575377" cy="563792"/>
          </a:xfrm>
          <a:prstGeom prst="rect">
            <a:avLst/>
          </a:prstGeom>
        </p:spPr>
      </p:pic>
      <p:sp>
        <p:nvSpPr>
          <p:cNvPr id="10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2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6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20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4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5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pic>
        <p:nvPicPr>
          <p:cNvPr id="8" name="イラスト_care" descr="c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577887"/>
            <a:ext cx="530785" cy="493318"/>
          </a:xfrm>
          <a:prstGeom prst="rect">
            <a:avLst/>
          </a:prstGeom>
        </p:spPr>
      </p:pic>
      <p:pic>
        <p:nvPicPr>
          <p:cNvPr id="9" name="イラスト_elder" descr="e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5550" y="436939"/>
            <a:ext cx="413342" cy="634266"/>
          </a:xfrm>
          <a:prstGeom prst="rect">
            <a:avLst/>
          </a:prstGeom>
        </p:spPr>
      </p:pic>
      <p:pic>
        <p:nvPicPr>
          <p:cNvPr id="10" name="イラスト_boy" descr="bo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3935" y="535602"/>
            <a:ext cx="291332" cy="535602"/>
          </a:xfrm>
          <a:prstGeom prst="rect">
            <a:avLst/>
          </a:prstGeom>
        </p:spPr>
      </p:pic>
      <p:sp>
        <p:nvSpPr>
          <p:cNvPr id="11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3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8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9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2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6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7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32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3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6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7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40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41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42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pic>
        <p:nvPicPr>
          <p:cNvPr id="8" name="イラスト_selfie" descr="self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479223"/>
            <a:ext cx="604146" cy="591982"/>
          </a:xfrm>
          <a:prstGeom prst="rect">
            <a:avLst/>
          </a:prstGeom>
        </p:spPr>
      </p:pic>
      <p:pic>
        <p:nvPicPr>
          <p:cNvPr id="9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911" y="479223"/>
            <a:ext cx="321998" cy="591982"/>
          </a:xfrm>
          <a:prstGeom prst="rect">
            <a:avLst/>
          </a:prstGeom>
        </p:spPr>
      </p:pic>
      <p:sp>
        <p:nvSpPr>
          <p:cNvPr id="10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3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4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7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8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21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2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4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5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7" name="チップ"/>
          <p:cNvSpPr/>
          <p:nvPr/>
        </p:nvSpPr>
        <p:spPr>
          <a:xfrm>
            <a:off x="3953591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チップ_肉体労働"/>
          <p:cNvSpPr txBox="1"/>
          <p:nvPr/>
        </p:nvSpPr>
        <p:spPr>
          <a:xfrm>
            <a:off x="3953591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9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30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262163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感情労働"/>
          <p:cNvSpPr txBox="1"/>
          <p:nvPr/>
        </p:nvSpPr>
        <p:spPr>
          <a:xfrm>
            <a:off x="262163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4" name="チップ"/>
          <p:cNvSpPr/>
          <p:nvPr/>
        </p:nvSpPr>
        <p:spPr>
          <a:xfrm>
            <a:off x="3565984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チップ_肉体労働"/>
          <p:cNvSpPr txBox="1"/>
          <p:nvPr/>
        </p:nvSpPr>
        <p:spPr>
          <a:xfrm>
            <a:off x="3565984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6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8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40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pic>
        <p:nvPicPr>
          <p:cNvPr id="8" name="イラスト_elder" descr="e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422844"/>
            <a:ext cx="422527" cy="648361"/>
          </a:xfrm>
          <a:prstGeom prst="rect">
            <a:avLst/>
          </a:prstGeom>
        </p:spPr>
      </p:pic>
      <p:pic>
        <p:nvPicPr>
          <p:cNvPr id="9" name="イラスト_care" descr="c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7293" y="606076"/>
            <a:ext cx="500455" cy="465128"/>
          </a:xfrm>
          <a:prstGeom prst="rect">
            <a:avLst/>
          </a:prstGeom>
        </p:spPr>
      </p:pic>
      <p:sp>
        <p:nvSpPr>
          <p:cNvPr id="10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3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6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21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7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30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3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8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3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8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2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5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7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9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71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2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pic>
        <p:nvPicPr>
          <p:cNvPr id="8" name="イラスト_runners" descr="run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4548" y="648361"/>
            <a:ext cx="578126" cy="422844"/>
          </a:xfrm>
          <a:prstGeom prst="rect">
            <a:avLst/>
          </a:prstGeom>
        </p:spPr>
      </p:pic>
      <p:pic>
        <p:nvPicPr>
          <p:cNvPr id="9" name="イラスト_picnic" descr="picn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7716" y="549697"/>
            <a:ext cx="775710" cy="521508"/>
          </a:xfrm>
          <a:prstGeom prst="rect">
            <a:avLst/>
          </a:prstGeom>
        </p:spPr>
      </p:pic>
      <p:sp>
        <p:nvSpPr>
          <p:cNvPr id="10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2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3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8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9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2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5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8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7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40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3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6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50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pic>
        <p:nvPicPr>
          <p:cNvPr id="8" name="イラスト_van" descr="v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634266"/>
            <a:ext cx="908555" cy="436939"/>
          </a:xfrm>
          <a:prstGeom prst="rect">
            <a:avLst/>
          </a:prstGeom>
        </p:spPr>
      </p:pic>
      <p:pic>
        <p:nvPicPr>
          <p:cNvPr id="9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320" y="479223"/>
            <a:ext cx="321998" cy="591982"/>
          </a:xfrm>
          <a:prstGeom prst="rect">
            <a:avLst/>
          </a:prstGeom>
        </p:spPr>
      </p:pic>
      <p:sp>
        <p:nvSpPr>
          <p:cNvPr id="10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11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3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5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7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2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4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5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9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30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4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5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9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40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4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5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9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50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4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5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9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60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4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5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9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4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6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7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80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2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4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5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7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8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90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91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2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pic>
        <p:nvPicPr>
          <p:cNvPr id="8" name="イラスト_runner" descr="ru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479223"/>
            <a:ext cx="772719" cy="591982"/>
          </a:xfrm>
          <a:prstGeom prst="rect">
            <a:avLst/>
          </a:prstGeom>
        </p:spPr>
      </p:pic>
      <p:pic>
        <p:nvPicPr>
          <p:cNvPr id="9" name="イラスト_selfie" descr="self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7485" y="507413"/>
            <a:ext cx="575377" cy="563792"/>
          </a:xfrm>
          <a:prstGeom prst="rect">
            <a:avLst/>
          </a:prstGeom>
        </p:spPr>
      </p:pic>
      <p:graphicFrame>
        <p:nvGraphicFramePr>
          <p:cNvPr id="10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2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6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20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4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5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pic>
        <p:nvPicPr>
          <p:cNvPr id="8" name="イラスト_care" descr="c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577887"/>
            <a:ext cx="530785" cy="493318"/>
          </a:xfrm>
          <a:prstGeom prst="rect">
            <a:avLst/>
          </a:prstGeom>
        </p:spPr>
      </p:pic>
      <p:pic>
        <p:nvPicPr>
          <p:cNvPr id="9" name="イラスト_elder" descr="e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5550" y="436939"/>
            <a:ext cx="413342" cy="634266"/>
          </a:xfrm>
          <a:prstGeom prst="rect">
            <a:avLst/>
          </a:prstGeom>
        </p:spPr>
      </p:pic>
      <p:pic>
        <p:nvPicPr>
          <p:cNvPr id="10" name="イラスト_boy" descr="bo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3935" y="535602"/>
            <a:ext cx="291332" cy="535602"/>
          </a:xfrm>
          <a:prstGeom prst="rect">
            <a:avLst/>
          </a:prstGeom>
        </p:spPr>
      </p:pic>
      <p:sp>
        <p:nvSpPr>
          <p:cNvPr id="11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3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6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7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8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20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4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5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8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2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3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6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40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41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42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4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pic>
        <p:nvPicPr>
          <p:cNvPr id="8" name="イラスト_selfie" descr="self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4377" y="479223"/>
            <a:ext cx="604146" cy="591982"/>
          </a:xfrm>
          <a:prstGeom prst="rect">
            <a:avLst/>
          </a:prstGeom>
        </p:spPr>
      </p:pic>
      <p:pic>
        <p:nvPicPr>
          <p:cNvPr id="9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565" y="479223"/>
            <a:ext cx="321998" cy="591982"/>
          </a:xfrm>
          <a:prstGeom prst="rect">
            <a:avLst/>
          </a:prstGeom>
        </p:spPr>
      </p:pic>
      <p:sp>
        <p:nvSpPr>
          <p:cNvPr id="10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2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3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5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6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9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20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3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4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7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8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31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2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5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6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9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40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3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4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7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8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51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2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4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5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pic>
        <p:nvPicPr>
          <p:cNvPr id="8" name="イラスト_elder" descr="e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422844"/>
            <a:ext cx="422527" cy="648361"/>
          </a:xfrm>
          <a:prstGeom prst="rect">
            <a:avLst/>
          </a:prstGeom>
        </p:spPr>
      </p:pic>
      <p:pic>
        <p:nvPicPr>
          <p:cNvPr id="9" name="イラスト_care" descr="c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7293" y="606076"/>
            <a:ext cx="500455" cy="465128"/>
          </a:xfrm>
          <a:prstGeom prst="rect">
            <a:avLst/>
          </a:prstGeom>
        </p:spPr>
      </p:pic>
      <p:sp>
        <p:nvSpPr>
          <p:cNvPr id="10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2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6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7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0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21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2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5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6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7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0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31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3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pic>
        <p:nvPicPr>
          <p:cNvPr id="9" name="イラスト_runners" descr="run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23" y="648361"/>
            <a:ext cx="578126" cy="422844"/>
          </a:xfrm>
          <a:prstGeom prst="rect">
            <a:avLst/>
          </a:prstGeom>
        </p:spPr>
      </p:pic>
      <p:pic>
        <p:nvPicPr>
          <p:cNvPr id="10" name="イラスト_picnic" descr="picn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891" y="549697"/>
            <a:ext cx="775710" cy="521508"/>
          </a:xfrm>
          <a:prstGeom prst="rect">
            <a:avLst/>
          </a:prstGeom>
        </p:spPr>
      </p:pic>
      <p:pic>
        <p:nvPicPr>
          <p:cNvPr id="11" name="イラスト_boy" descr="bo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3643" y="507413"/>
            <a:ext cx="306665" cy="563792"/>
          </a:xfrm>
          <a:prstGeom prst="rect">
            <a:avLst/>
          </a:prstGeom>
        </p:spPr>
      </p:pic>
      <p:sp>
        <p:nvSpPr>
          <p:cNvPr id="12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6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7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9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20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4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5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7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8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2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3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5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6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40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41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3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7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pic>
        <p:nvPicPr>
          <p:cNvPr id="8" name="イラスト_van" descr="v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4377" y="634266"/>
            <a:ext cx="908555" cy="436939"/>
          </a:xfrm>
          <a:prstGeom prst="rect">
            <a:avLst/>
          </a:prstGeom>
        </p:spPr>
      </p:pic>
      <p:pic>
        <p:nvPicPr>
          <p:cNvPr id="9" name="イラスト_boy" descr="b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7975" y="479223"/>
            <a:ext cx="321998" cy="591982"/>
          </a:xfrm>
          <a:prstGeom prst="rect">
            <a:avLst/>
          </a:prstGeom>
        </p:spPr>
      </p:pic>
      <p:sp>
        <p:nvSpPr>
          <p:cNvPr id="10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4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5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20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21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6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7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2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3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4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7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40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3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6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9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2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4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5" name="ページ番号"/>
          <p:cNvSpPr txBox="1"/>
          <p:nvPr/>
        </p:nvSpPr>
        <p:spPr>
          <a:xfrm>
            <a:off x="10726141" y="6539986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