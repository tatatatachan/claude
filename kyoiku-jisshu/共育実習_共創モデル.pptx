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カード色バー"/>
          <p:cNvSpPr/>
          <p:nvPr/>
        </p:nvSpPr>
        <p:spPr>
          <a:xfrm>
            <a:off x="8358215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カード色バー"/>
          <p:cNvSpPr/>
          <p:nvPr/>
        </p:nvSpPr>
        <p:spPr>
          <a:xfrm>
            <a:off x="8358215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カード色バー"/>
          <p:cNvSpPr/>
          <p:nvPr/>
        </p:nvSpPr>
        <p:spPr>
          <a:xfrm>
            <a:off x="8358215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カード色バー"/>
          <p:cNvSpPr/>
          <p:nvPr/>
        </p:nvSpPr>
        <p:spPr>
          <a:xfrm>
            <a:off x="451033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カード色バー"/>
          <p:cNvSpPr/>
          <p:nvPr/>
        </p:nvSpPr>
        <p:spPr>
          <a:xfrm>
            <a:off x="451033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カード色バー"/>
          <p:cNvSpPr/>
          <p:nvPr/>
        </p:nvSpPr>
        <p:spPr>
          <a:xfrm>
            <a:off x="451033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