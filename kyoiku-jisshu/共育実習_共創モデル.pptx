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2000" cy="6596365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共育実習の共創モデル。学校（高校・専門学校・大学）とエフビー側（エフビー介護サービス・社員・地域）がそれぞれ得る価値を示す。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-creation-model@2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59636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