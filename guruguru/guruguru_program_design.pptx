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プログラム設計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4つの分析 × デザイン思考：見る → 測る → 読む → 動かす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出典：経営学の分析枠組み（バリューチェーン／マテリアルフロー／5フォース／システム思考）を学生向けに平易化。進め方は当方の提案（案）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78308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777240"/>
            <a:ext cx="14173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デザイン思考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777240"/>
            <a:ext cx="27889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学生への問い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777240"/>
            <a:ext cx="333756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やり方（ファシリ）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0" y="777240"/>
            <a:ext cx="18745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残るもの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16152"/>
            <a:ext cx="1783080" cy="10058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① 見る</a:t>
            </a:r>
          </a:p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バリューチェーン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216152"/>
            <a:ext cx="14173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共感・観察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216152"/>
            <a:ext cx="27889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誰が、何を受け取り、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何を渡している？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16152"/>
            <a:ext cx="333756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関係者の話を聞き、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図のノードごとに書き込む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216152"/>
            <a:ext cx="1874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自分たちの地図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67712"/>
            <a:ext cx="1783080" cy="10058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② 測る</a:t>
            </a:r>
          </a:p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物質収支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267712"/>
            <a:ext cx="14173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問題の定義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2267712"/>
            <a:ext cx="27889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どれだけ戻る？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近いと何が変わる？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267712"/>
            <a:ext cx="333756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可採年数×リサイクル率の計算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スクラップを実際に量る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2267712"/>
            <a:ext cx="1874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数字入りの地図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19272"/>
            <a:ext cx="1783080" cy="10058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③ 読む</a:t>
            </a:r>
          </a:p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交渉力分析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14173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問題の定義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319272"/>
            <a:ext cx="27889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誰が条件を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決めている？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319272"/>
            <a:ext cx="333756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立場カードを背負い、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買取条件をロールプレイで交渉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3319272"/>
            <a:ext cx="1874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力関係のメモ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370831"/>
            <a:ext cx="1783080" cy="10058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④ 動かす</a:t>
            </a:r>
          </a:p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システム思考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4370831"/>
            <a:ext cx="14173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発想・試作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370831"/>
            <a:ext cx="27889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どこに手を入れれば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全体が回る？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70831"/>
            <a:ext cx="333756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もったいないワーク → 提案1枚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→ 社長にピッチ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0" y="4370831"/>
            <a:ext cx="1874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打ち手1枚＋記事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86400"/>
            <a:ext cx="11430000" cy="7772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デザイン経営の視点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相手の立場から始める／小さくつくって試す／違う立場の人と一緒に考える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ファシリとコミュニケーションの設計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出典：銅巡りインターン議事録 / 地球資源を輝かせていくIS。時間配分・役割は当方の提案（案）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70332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チームのつくり方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37033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越境チーム：学生3〜4名＋社員1名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役割カードで立場を背負う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（回収業者／精錬所／ユーザー／清峰）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同じ大学同士は分ける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777240"/>
            <a:ext cx="370332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ファシリの3ルール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280160"/>
            <a:ext cx="37033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答えより、問いを足す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全員が1人1分は話す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否定せず「もう一歩」を足す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777240"/>
            <a:ext cx="365760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8229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関係者への3つの質問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280160"/>
            <a:ext cx="365760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最近、困っていることは？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次に渡す相手に望むことは？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理想の姿は？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3つのパートへの配置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Part0　12月　オンライン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63440"/>
            <a:ext cx="3749039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② 測る（計算ワーク）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事前に図を見て、気になるノードを選ぶ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Part1　12月中旬　オンライン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663440"/>
            <a:ext cx="3749039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① 見る（関係者トーク）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③ 読む（誰が条件を決める？）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Part2　1月　現場訪問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663440"/>
            <a:ext cx="3749039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② 測る（スクラップ計量）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③ 読む（ロールプレイ）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④ 動かす（提案・ピッチ）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キャンバス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共通キャンバス：価値循環モデルに書き込む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出典：できること、もっとある（地球資源を輝かせていく価値循環モデル）。書き込みのルールは当方の提案（案）</a:t>
            </a:r>
          </a:p>
        </p:txBody>
      </p:sp>
      <p:pic>
        <p:nvPicPr>
          <p:cNvPr id="6" name="Picture 5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8412480" cy="4089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961120" y="82296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850392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① 見る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216152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ノードに「渡す／受け取る／困りごと」の付箋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938528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965960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② 測る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331720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矢印に量（t・％）と距離のメモ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3054096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081527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③ 読む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447288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力が強い所に ◎、弱い所に 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4169663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4197096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④ 動かす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562855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つなぎ目・ロスに ⚡ と打ち手の付箋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074920"/>
            <a:ext cx="8412480" cy="10972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チームごとに大判で印刷し、4色の付箋で重ねていく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最後に、自分たちの「描き直した地図」が持ち帰りになる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